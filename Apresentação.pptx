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sldIdLst>
    <p:sldId id="256" r:id="rId2"/>
    <p:sldId id="257" r:id="rId3"/>
    <p:sldId id="268" r:id="rId4"/>
    <p:sldId id="269" r:id="rId5"/>
    <p:sldId id="270" r:id="rId6"/>
    <p:sldId id="260" r:id="rId7"/>
    <p:sldId id="264" r:id="rId8"/>
    <p:sldId id="267" r:id="rId9"/>
    <p:sldId id="259" r:id="rId10"/>
    <p:sldId id="262" r:id="rId11"/>
    <p:sldId id="266" r:id="rId12"/>
    <p:sldId id="258" r:id="rId13"/>
    <p:sldId id="263" r:id="rId14"/>
    <p:sldId id="265" r:id="rId15"/>
    <p:sldId id="27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A6386-7F7E-54AF-EA49-14B8A613F067}" v="7" dt="2026-08-14T00:01:12.714"/>
    <p1510:client id="{45FF6438-1874-E37C-3AA6-B168AC95BBE5}" v="176" dt="2026-08-14T00:12:13.275"/>
    <p1510:client id="{5AED53D1-4944-B239-1AA2-CE9CAB11F5C1}" v="35" dt="2026-08-14T00:26:46.238"/>
    <p1510:client id="{7193C36D-2628-0292-8D86-6681E577EB02}" v="105" dt="2026-08-15T00:05:54.201"/>
    <p1510:client id="{771C152F-32AF-F52D-8FA9-D4AF95718697}" v="12" dt="2026-08-14T18:24:38.705"/>
    <p1510:client id="{834B68A6-5263-EC9A-AE31-A0E3270AA1EB}" v="26" dt="2026-08-13T02:48:40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6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0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3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9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8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41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9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6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7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5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61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7681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84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7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6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17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5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25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4" name="Oval 73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6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88" name="Freeform: Shape 87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47141" y="378377"/>
            <a:ext cx="8927202" cy="15326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>
                <a:solidFill>
                  <a:srgbClr val="FFFFFF"/>
                </a:solidFill>
              </a:rPr>
              <a:t>ESSE É O CAMINHO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8432" y="4175760"/>
            <a:ext cx="8946541" cy="34848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>
                <a:solidFill>
                  <a:schemeClr val="tx1"/>
                </a:solidFill>
                <a:latin typeface="Arial Nova Light"/>
                <a:ea typeface="Calibri"/>
                <a:cs typeface="Calibri"/>
              </a:rPr>
              <a:t>JUAN VICTOR</a:t>
            </a:r>
            <a:endParaRPr lang="pt-BR" sz="2800">
              <a:solidFill>
                <a:schemeClr val="tx1"/>
              </a:solidFill>
              <a:latin typeface="Arial Nova Light"/>
              <a:ea typeface="Calibri"/>
              <a:cs typeface="Calibri"/>
            </a:endParaRPr>
          </a:p>
          <a:p>
            <a:r>
              <a:rPr lang="en-US" sz="2800">
                <a:solidFill>
                  <a:schemeClr val="tx1"/>
                </a:solidFill>
                <a:latin typeface="Arial Nova Light"/>
                <a:ea typeface="Calibri"/>
                <a:cs typeface="Calibri"/>
              </a:rPr>
              <a:t>PEDRO HENRIQUE</a:t>
            </a:r>
          </a:p>
          <a:p>
            <a:r>
              <a:rPr lang="en-US" sz="2800">
                <a:solidFill>
                  <a:schemeClr val="tx1"/>
                </a:solidFill>
                <a:latin typeface="Arial Nova Light"/>
                <a:ea typeface="Calibri"/>
                <a:cs typeface="Calibri"/>
              </a:rPr>
              <a:t>ADELMO SOUZA</a:t>
            </a:r>
          </a:p>
          <a:p>
            <a:r>
              <a:rPr lang="en-US" sz="2800">
                <a:solidFill>
                  <a:schemeClr val="tx1"/>
                </a:solidFill>
                <a:latin typeface="Arial Nova Light"/>
                <a:ea typeface="Calibri"/>
                <a:cs typeface="Calibri"/>
              </a:rPr>
              <a:t>JEFFERSON </a:t>
            </a:r>
            <a:r>
              <a:rPr lang="en-US" sz="2800" err="1">
                <a:solidFill>
                  <a:schemeClr val="tx1"/>
                </a:solidFill>
                <a:latin typeface="Arial Nova Light"/>
                <a:ea typeface="Calibri"/>
                <a:cs typeface="Calibri"/>
              </a:rPr>
              <a:t>dONIZETi</a:t>
            </a:r>
            <a:endParaRPr lang="en-US" sz="2800">
              <a:solidFill>
                <a:schemeClr val="tx1"/>
              </a:solidFill>
              <a:latin typeface="Arial Nova Light"/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D689C8-36D8-8898-9150-C58322D7001F}"/>
              </a:ext>
            </a:extLst>
          </p:cNvPr>
          <p:cNvSpPr txBox="1"/>
          <p:nvPr/>
        </p:nvSpPr>
        <p:spPr>
          <a:xfrm>
            <a:off x="248424" y="2531575"/>
            <a:ext cx="11308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latin typeface="Arial Nova Light"/>
              </a:rPr>
              <a:t>INTEGRANTES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150F8-7F64-0D65-C62B-578044DC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Arial Nova Light"/>
              </a:rPr>
              <a:t>ASSUNTOS: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35263-BB32-9D1D-BD9A-D5EB4C70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605" y="1848479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pt-BR" sz="3200">
                <a:latin typeface="Arial Nova Light"/>
              </a:rPr>
              <a:t>Hobby</a:t>
            </a:r>
            <a:endParaRPr lang="pt-BR"/>
          </a:p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pt-BR" sz="3200">
                <a:latin typeface="Arial Nova Light"/>
              </a:rPr>
              <a:t>Músicas</a:t>
            </a:r>
          </a:p>
          <a:p>
            <a:pPr marL="0" indent="0">
              <a:buClr>
                <a:srgbClr val="8AD0D6"/>
              </a:buClr>
              <a:buNone/>
            </a:pPr>
            <a:endParaRPr lang="pt-BR" sz="32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pt-BR" sz="3200">
                <a:latin typeface="Arial Nova Light"/>
              </a:rPr>
              <a:t>O que vim buscar na Fatec?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pt-BR" sz="3200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23916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C63E9-40EB-F2BB-773C-200E3C29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68" y="629266"/>
            <a:ext cx="6249784" cy="1641986"/>
          </a:xfrm>
        </p:spPr>
        <p:txBody>
          <a:bodyPr>
            <a:normAutofit/>
          </a:bodyPr>
          <a:lstStyle/>
          <a:p>
            <a:r>
              <a:rPr lang="pt-BR"/>
              <a:t>Hobby </a:t>
            </a:r>
          </a:p>
        </p:txBody>
      </p:sp>
      <p:pic>
        <p:nvPicPr>
          <p:cNvPr id="4" name="Espaço Reservado para Conteúdo 3" descr="38 ideias de Oficina/Hobby Box | oficina em casa, projeto garagem, garagem  organizada">
            <a:extLst>
              <a:ext uri="{FF2B5EF4-FFF2-40B4-BE49-F238E27FC236}">
                <a16:creationId xmlns:a16="http://schemas.microsoft.com/office/drawing/2014/main" id="{3265FE79-CDEF-EC20-8A4E-B119D2B53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606"/>
          <a:stretch>
            <a:fillRect/>
          </a:stretch>
        </p:blipFill>
        <p:spPr>
          <a:xfrm>
            <a:off x="7588792" y="10"/>
            <a:ext cx="4606018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54089D-779D-46F6-81CB-EA9C1269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C987C0-6569-A9C7-70C3-FBEEABBA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68" y="2085278"/>
            <a:ext cx="6249784" cy="38099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>
                <a:latin typeface="Arial Nova Light"/>
              </a:rPr>
              <a:t>O </a:t>
            </a:r>
            <a:r>
              <a:rPr lang="en-US" sz="2400" err="1">
                <a:latin typeface="Arial Nova Light"/>
              </a:rPr>
              <a:t>que</a:t>
            </a:r>
            <a:r>
              <a:rPr lang="en-US" sz="2400">
                <a:latin typeface="Arial Nova Light"/>
              </a:rPr>
              <a:t> </a:t>
            </a:r>
            <a:r>
              <a:rPr lang="en-US" sz="2400" err="1">
                <a:latin typeface="Arial Nova Light"/>
              </a:rPr>
              <a:t>faço</a:t>
            </a: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latin typeface="Arial Nova Light"/>
              </a:rPr>
              <a:t>Por </a:t>
            </a:r>
            <a:r>
              <a:rPr lang="en-US" sz="2400" err="1">
                <a:latin typeface="Arial Nova Light"/>
              </a:rPr>
              <a:t>que</a:t>
            </a:r>
            <a:r>
              <a:rPr lang="en-US" sz="2400">
                <a:latin typeface="Arial Nova Light"/>
              </a:rPr>
              <a:t>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latin typeface="Arial Nova Light"/>
              </a:rPr>
              <a:t>Quando?</a:t>
            </a:r>
          </a:p>
        </p:txBody>
      </p:sp>
    </p:spTree>
    <p:extLst>
      <p:ext uri="{BB962C8B-B14F-4D97-AF65-F5344CB8AC3E}">
        <p14:creationId xmlns:p14="http://schemas.microsoft.com/office/powerpoint/2010/main" val="175399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7B195A-D1DA-7E08-4235-D5222038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EBEBEB"/>
                </a:solidFill>
              </a:rPr>
              <a:t>Música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1007FD-10C7-E3F2-0121-944DDBC23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048144"/>
            <a:ext cx="6188189" cy="4161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  <a:latin typeface="Arial Nova Light"/>
              </a:rPr>
              <a:t>Do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que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 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gosto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Desde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quando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  <a:latin typeface="Arial Nova Light"/>
              </a:rPr>
              <a:t>Por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que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Rock heavy metal, música hard rock esqueleto mão símbolo. Ícone vetorial .  Vetor de ©Helen_F 361484544">
            <a:extLst>
              <a:ext uri="{FF2B5EF4-FFF2-40B4-BE49-F238E27FC236}">
                <a16:creationId xmlns:a16="http://schemas.microsoft.com/office/drawing/2014/main" id="{CD173242-0648-83EB-5500-EB9CBADC1B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" r="10792" b="5926"/>
          <a:stretch>
            <a:fillRect/>
          </a:stretch>
        </p:blipFill>
        <p:spPr>
          <a:xfrm>
            <a:off x="6446855" y="1"/>
            <a:ext cx="5730485" cy="6858004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5212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4BD604-02E8-3F8A-3BD8-22A2FD589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EBEBEB"/>
                </a:solidFill>
              </a:rPr>
              <a:t>O que vim buscar na Fatec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3984C5-5856-25F3-1856-A61B6657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373351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Objetivo</a:t>
            </a: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Dificuldade</a:t>
            </a: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  <a:latin typeface="Arial Nova Light"/>
              </a:rPr>
              <a:t>O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que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esperar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</a:p>
          <a:p>
            <a:pPr marL="0" indent="0">
              <a:buClr>
                <a:srgbClr val="8AD0D6"/>
              </a:buClr>
              <a:buNone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 marL="0" indent="0">
              <a:buClr>
                <a:srgbClr val="8AD0D6"/>
              </a:buClr>
              <a:buNone/>
            </a:pPr>
            <a:endParaRPr lang="en-US" sz="2400">
              <a:solidFill>
                <a:srgbClr val="FFFFFF"/>
              </a:solidFill>
              <a:latin typeface="Arial Nova Light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Fatec SJC">
            <a:extLst>
              <a:ext uri="{FF2B5EF4-FFF2-40B4-BE49-F238E27FC236}">
                <a16:creationId xmlns:a16="http://schemas.microsoft.com/office/drawing/2014/main" id="{4B658A11-93BA-B5A9-DB68-A1D1BA568F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65" r="2839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65042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C34CD-B767-8C5A-E7A7-7AC47C66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EBEBEB"/>
                </a:solidFill>
              </a:rPr>
              <a:t>Hobby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A0727E-8700-F8F3-86AB-C5CDD096D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Passeios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de moto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aos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finais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de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semana</a:t>
            </a:r>
            <a:endParaRPr lang="en-US" sz="2400">
              <a:latin typeface="Arial Nova Light"/>
            </a:endParaRPr>
          </a:p>
          <a:p>
            <a:pPr marL="0" indent="0">
              <a:buClr>
                <a:srgbClr val="8AD0D6"/>
              </a:buClr>
              <a:buNone/>
            </a:pPr>
            <a:endParaRPr lang="en-US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Trabalhos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de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Dj</a:t>
            </a: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Imagem 5" descr="3 formas de se aproveitar sua Carreira como DJ - DJ PRO">
            <a:extLst>
              <a:ext uri="{FF2B5EF4-FFF2-40B4-BE49-F238E27FC236}">
                <a16:creationId xmlns:a16="http://schemas.microsoft.com/office/drawing/2014/main" id="{69A734C7-87B5-F80A-D31E-8DDADEE829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07" r="2" b="2"/>
          <a:stretch>
            <a:fillRect/>
          </a:stretch>
        </p:blipFill>
        <p:spPr>
          <a:xfrm>
            <a:off x="7230352" y="2"/>
            <a:ext cx="4962068" cy="3428999"/>
          </a:xfrm>
          <a:custGeom>
            <a:avLst/>
            <a:gdLst/>
            <a:ahLst/>
            <a:cxnLst/>
            <a:rect l="l" t="t" r="r" b="b"/>
            <a:pathLst>
              <a:path w="4962068" h="3428999">
                <a:moveTo>
                  <a:pt x="0" y="0"/>
                </a:moveTo>
                <a:lnTo>
                  <a:pt x="1343538" y="0"/>
                </a:lnTo>
                <a:lnTo>
                  <a:pt x="1343538" y="1"/>
                </a:lnTo>
                <a:lnTo>
                  <a:pt x="4962068" y="1"/>
                </a:lnTo>
                <a:lnTo>
                  <a:pt x="4962067" y="3428999"/>
                </a:lnTo>
                <a:lnTo>
                  <a:pt x="250957" y="3428999"/>
                </a:lnTo>
                <a:lnTo>
                  <a:pt x="250957" y="3343961"/>
                </a:lnTo>
                <a:lnTo>
                  <a:pt x="251965" y="3201315"/>
                </a:lnTo>
                <a:lnTo>
                  <a:pt x="250957" y="3057297"/>
                </a:lnTo>
                <a:lnTo>
                  <a:pt x="248940" y="2911221"/>
                </a:lnTo>
                <a:lnTo>
                  <a:pt x="247091" y="2765146"/>
                </a:lnTo>
                <a:lnTo>
                  <a:pt x="243057" y="2617013"/>
                </a:lnTo>
                <a:lnTo>
                  <a:pt x="238855" y="2467509"/>
                </a:lnTo>
                <a:lnTo>
                  <a:pt x="233980" y="2318004"/>
                </a:lnTo>
                <a:lnTo>
                  <a:pt x="227089" y="2167128"/>
                </a:lnTo>
                <a:lnTo>
                  <a:pt x="218852" y="2014881"/>
                </a:lnTo>
                <a:lnTo>
                  <a:pt x="210952" y="1861947"/>
                </a:lnTo>
                <a:lnTo>
                  <a:pt x="200867" y="1709014"/>
                </a:lnTo>
                <a:lnTo>
                  <a:pt x="188764" y="1554023"/>
                </a:lnTo>
                <a:lnTo>
                  <a:pt x="176662" y="1401090"/>
                </a:lnTo>
                <a:lnTo>
                  <a:pt x="162710" y="1245413"/>
                </a:lnTo>
                <a:lnTo>
                  <a:pt x="147414" y="1089051"/>
                </a:lnTo>
                <a:lnTo>
                  <a:pt x="131278" y="934746"/>
                </a:lnTo>
                <a:lnTo>
                  <a:pt x="112452" y="778383"/>
                </a:lnTo>
                <a:lnTo>
                  <a:pt x="92281" y="622707"/>
                </a:lnTo>
                <a:lnTo>
                  <a:pt x="72278" y="466344"/>
                </a:lnTo>
                <a:lnTo>
                  <a:pt x="48914" y="310668"/>
                </a:lnTo>
                <a:lnTo>
                  <a:pt x="25045" y="155677"/>
                </a:lnTo>
                <a:close/>
              </a:path>
            </a:pathLst>
          </a:custGeom>
        </p:spPr>
      </p:pic>
      <p:pic>
        <p:nvPicPr>
          <p:cNvPr id="4" name="Espaço Reservado para Conteúdo 3" descr="Moto combina com cidade, estrada e você - Motonline">
            <a:extLst>
              <a:ext uri="{FF2B5EF4-FFF2-40B4-BE49-F238E27FC236}">
                <a16:creationId xmlns:a16="http://schemas.microsoft.com/office/drawing/2014/main" id="{CC576201-EE2A-72F1-CD6D-3F2861905D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86" b="2"/>
          <a:stretch>
            <a:fillRect/>
          </a:stretch>
        </p:blipFill>
        <p:spPr>
          <a:xfrm>
            <a:off x="7228756" y="3428997"/>
            <a:ext cx="4963244" cy="3429002"/>
          </a:xfrm>
          <a:custGeom>
            <a:avLst/>
            <a:gdLst/>
            <a:ahLst/>
            <a:cxnLst/>
            <a:rect l="l" t="t" r="r" b="b"/>
            <a:pathLst>
              <a:path w="4963244" h="3429002">
                <a:moveTo>
                  <a:pt x="252134" y="0"/>
                </a:moveTo>
                <a:lnTo>
                  <a:pt x="4963244" y="0"/>
                </a:lnTo>
                <a:lnTo>
                  <a:pt x="4963244" y="3429002"/>
                </a:lnTo>
                <a:lnTo>
                  <a:pt x="900697" y="3429002"/>
                </a:lnTo>
                <a:lnTo>
                  <a:pt x="900697" y="3429001"/>
                </a:lnTo>
                <a:lnTo>
                  <a:pt x="0" y="3429001"/>
                </a:lnTo>
                <a:lnTo>
                  <a:pt x="5883" y="3388539"/>
                </a:lnTo>
                <a:lnTo>
                  <a:pt x="23196" y="3269895"/>
                </a:lnTo>
                <a:lnTo>
                  <a:pt x="35299" y="3183484"/>
                </a:lnTo>
                <a:lnTo>
                  <a:pt x="48073" y="3080614"/>
                </a:lnTo>
                <a:lnTo>
                  <a:pt x="63369" y="2958542"/>
                </a:lnTo>
                <a:lnTo>
                  <a:pt x="79506" y="2823439"/>
                </a:lnTo>
                <a:lnTo>
                  <a:pt x="96483" y="2671192"/>
                </a:lnTo>
                <a:lnTo>
                  <a:pt x="114469" y="2505228"/>
                </a:lnTo>
                <a:lnTo>
                  <a:pt x="132454" y="2324863"/>
                </a:lnTo>
                <a:lnTo>
                  <a:pt x="150776" y="2132839"/>
                </a:lnTo>
                <a:lnTo>
                  <a:pt x="167753" y="1925727"/>
                </a:lnTo>
                <a:lnTo>
                  <a:pt x="184058" y="1709014"/>
                </a:lnTo>
                <a:lnTo>
                  <a:pt x="198849" y="1479957"/>
                </a:lnTo>
                <a:lnTo>
                  <a:pt x="212969" y="1241299"/>
                </a:lnTo>
                <a:lnTo>
                  <a:pt x="226248" y="992353"/>
                </a:lnTo>
                <a:lnTo>
                  <a:pt x="230955" y="864794"/>
                </a:lnTo>
                <a:lnTo>
                  <a:pt x="236165" y="734493"/>
                </a:lnTo>
                <a:lnTo>
                  <a:pt x="241040" y="602134"/>
                </a:lnTo>
                <a:lnTo>
                  <a:pt x="244234" y="469088"/>
                </a:lnTo>
                <a:lnTo>
                  <a:pt x="247091" y="333300"/>
                </a:lnTo>
                <a:lnTo>
                  <a:pt x="250117" y="196140"/>
                </a:lnTo>
                <a:lnTo>
                  <a:pt x="252134" y="562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8150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BB9BDB-2CDC-F3F2-66EB-1E934465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r>
              <a:rPr lang="pt-BR"/>
              <a:t>Música</a:t>
            </a: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5" name="Imagem 4" descr="Coleção “As décadas que moldaram o mundo moderno”: Anos 1970 - Portal  Feedobem">
            <a:extLst>
              <a:ext uri="{FF2B5EF4-FFF2-40B4-BE49-F238E27FC236}">
                <a16:creationId xmlns:a16="http://schemas.microsoft.com/office/drawing/2014/main" id="{3D2ED568-8200-5D1F-ED4F-ACA704775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9" r="-2" b="6525"/>
          <a:stretch>
            <a:fillRect/>
          </a:stretch>
        </p:blipFill>
        <p:spPr>
          <a:xfrm>
            <a:off x="3" y="10"/>
            <a:ext cx="4971922" cy="3428990"/>
          </a:xfrm>
          <a:custGeom>
            <a:avLst/>
            <a:gdLst/>
            <a:ahLst/>
            <a:cxnLst/>
            <a:rect l="l" t="t" r="r" b="b"/>
            <a:pathLst>
              <a:path w="4971922" h="3429000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29000"/>
                </a:lnTo>
                <a:lnTo>
                  <a:pt x="0" y="3429000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E5EA95-7B0E-E916-BD9F-1623F185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400">
                <a:latin typeface="Arial Nova Light"/>
              </a:rPr>
              <a:t>Gosto muito eclético :</a:t>
            </a:r>
          </a:p>
          <a:p>
            <a:pPr marL="0" indent="0">
              <a:buNone/>
            </a:pPr>
            <a:endParaRPr lang="pt-BR" sz="2400">
              <a:latin typeface="Arial Nova Light"/>
            </a:endParaRPr>
          </a:p>
          <a:p>
            <a:pPr>
              <a:buFont typeface="Arial" charset="2"/>
              <a:buChar char="•"/>
            </a:pPr>
            <a:r>
              <a:rPr lang="pt-BR" sz="2400">
                <a:latin typeface="Arial Nova Light"/>
              </a:rPr>
              <a:t>Pop Nacional </a:t>
            </a:r>
          </a:p>
          <a:p>
            <a:pPr>
              <a:buFont typeface="Arial" charset="2"/>
              <a:buChar char="•"/>
            </a:pPr>
            <a:r>
              <a:rPr lang="pt-BR" sz="2400">
                <a:latin typeface="Arial Nova Light"/>
              </a:rPr>
              <a:t>Rock </a:t>
            </a:r>
          </a:p>
          <a:p>
            <a:pPr>
              <a:buFont typeface="Arial" charset="2"/>
              <a:buChar char="•"/>
            </a:pPr>
            <a:r>
              <a:rPr lang="pt-BR" sz="2400">
                <a:latin typeface="Arial Nova Light"/>
              </a:rPr>
              <a:t>Flash </a:t>
            </a:r>
            <a:r>
              <a:rPr lang="pt-BR" sz="2400" err="1">
                <a:latin typeface="Arial Nova Light"/>
              </a:rPr>
              <a:t>House</a:t>
            </a:r>
            <a:r>
              <a:rPr lang="pt-BR" sz="2400">
                <a:latin typeface="Arial Nova Light"/>
              </a:rPr>
              <a:t> </a:t>
            </a:r>
          </a:p>
          <a:p>
            <a:pPr>
              <a:buFont typeface="Arial" charset="2"/>
              <a:buChar char="•"/>
            </a:pPr>
            <a:r>
              <a:rPr lang="pt-BR" sz="2400">
                <a:latin typeface="Arial Nova Light"/>
              </a:rPr>
              <a:t>Sertanejo</a:t>
            </a:r>
          </a:p>
          <a:p>
            <a:pPr>
              <a:buFont typeface="Arial" charset="2"/>
              <a:buChar char="•"/>
            </a:pPr>
            <a:r>
              <a:rPr lang="pt-BR" sz="2400">
                <a:latin typeface="Arial Nova Light"/>
              </a:rPr>
              <a:t>Pop internacional </a:t>
            </a:r>
          </a:p>
          <a:p>
            <a:pPr>
              <a:buFont typeface="Arial" charset="2"/>
              <a:buChar char="•"/>
            </a:pPr>
            <a:r>
              <a:rPr lang="pt-BR" sz="2400">
                <a:latin typeface="Arial Nova Light"/>
              </a:rPr>
              <a:t>Entre outros.</a:t>
            </a:r>
          </a:p>
        </p:txBody>
      </p:sp>
      <p:pic>
        <p:nvPicPr>
          <p:cNvPr id="4" name="Imagem 3" descr="itens de música doodle ícones definidos esboço desenhado à mão com notas,  instrumentos, microfone, guitarra, fone de ouvido, bateria, tocador de  música e estilos musicais, letras, sinais, vetorial, ilustração isolada  2425640 Vetor">
            <a:extLst>
              <a:ext uri="{FF2B5EF4-FFF2-40B4-BE49-F238E27FC236}">
                <a16:creationId xmlns:a16="http://schemas.microsoft.com/office/drawing/2014/main" id="{5AE0080E-69C8-9CD6-C90C-505D3B8CA2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00" r="2" b="25250"/>
          <a:stretch>
            <a:fillRect/>
          </a:stretch>
        </p:blipFill>
        <p:spPr>
          <a:xfrm>
            <a:off x="20" y="3428999"/>
            <a:ext cx="4973079" cy="3429001"/>
          </a:xfrm>
          <a:custGeom>
            <a:avLst/>
            <a:gdLst/>
            <a:ahLst/>
            <a:cxnLst/>
            <a:rect l="l" t="t" r="r" b="b"/>
            <a:pathLst>
              <a:path w="4973099" h="3429001">
                <a:moveTo>
                  <a:pt x="0" y="0"/>
                </a:moveTo>
                <a:lnTo>
                  <a:pt x="4720965" y="0"/>
                </a:lnTo>
                <a:lnTo>
                  <a:pt x="4720965" y="56236"/>
                </a:lnTo>
                <a:lnTo>
                  <a:pt x="4722982" y="196139"/>
                </a:lnTo>
                <a:lnTo>
                  <a:pt x="4726007" y="333299"/>
                </a:lnTo>
                <a:lnTo>
                  <a:pt x="4728865" y="469087"/>
                </a:lnTo>
                <a:lnTo>
                  <a:pt x="4732059" y="602133"/>
                </a:lnTo>
                <a:lnTo>
                  <a:pt x="4736933" y="734492"/>
                </a:lnTo>
                <a:lnTo>
                  <a:pt x="4742144" y="864793"/>
                </a:lnTo>
                <a:lnTo>
                  <a:pt x="4746850" y="992352"/>
                </a:lnTo>
                <a:lnTo>
                  <a:pt x="4760130" y="1241298"/>
                </a:lnTo>
                <a:lnTo>
                  <a:pt x="4774249" y="1479956"/>
                </a:lnTo>
                <a:lnTo>
                  <a:pt x="4789041" y="1709013"/>
                </a:lnTo>
                <a:lnTo>
                  <a:pt x="4805346" y="1925726"/>
                </a:lnTo>
                <a:lnTo>
                  <a:pt x="4822323" y="2132838"/>
                </a:lnTo>
                <a:lnTo>
                  <a:pt x="4840644" y="2324862"/>
                </a:lnTo>
                <a:lnTo>
                  <a:pt x="4858630" y="2505227"/>
                </a:lnTo>
                <a:lnTo>
                  <a:pt x="4876615" y="2671191"/>
                </a:lnTo>
                <a:lnTo>
                  <a:pt x="4893592" y="2823438"/>
                </a:lnTo>
                <a:lnTo>
                  <a:pt x="4909729" y="2958541"/>
                </a:lnTo>
                <a:lnTo>
                  <a:pt x="4925025" y="3080613"/>
                </a:lnTo>
                <a:lnTo>
                  <a:pt x="4937800" y="3183483"/>
                </a:lnTo>
                <a:lnTo>
                  <a:pt x="4949902" y="3269894"/>
                </a:lnTo>
                <a:lnTo>
                  <a:pt x="4967216" y="3388538"/>
                </a:lnTo>
                <a:lnTo>
                  <a:pt x="4973099" y="3429000"/>
                </a:lnTo>
                <a:lnTo>
                  <a:pt x="4075210" y="3429000"/>
                </a:lnTo>
                <a:lnTo>
                  <a:pt x="4075210" y="3429001"/>
                </a:lnTo>
                <a:lnTo>
                  <a:pt x="0" y="342900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2886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AF38B4-3B26-9492-FC3E-D00F3B88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EBEBEB"/>
                </a:solidFill>
              </a:rPr>
              <a:t>Oque vim buscar na Fatec</a:t>
            </a:r>
          </a:p>
        </p:txBody>
      </p:sp>
      <p:sp>
        <p:nvSpPr>
          <p:cNvPr id="4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Imagem 5" descr="Energia Eólica Offshore - Neoenergia">
            <a:extLst>
              <a:ext uri="{FF2B5EF4-FFF2-40B4-BE49-F238E27FC236}">
                <a16:creationId xmlns:a16="http://schemas.microsoft.com/office/drawing/2014/main" id="{64268078-53B5-1568-7B46-B12DF18F3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03" r="2" b="397"/>
          <a:stretch>
            <a:fillRect/>
          </a:stretch>
        </p:blipFill>
        <p:spPr>
          <a:xfrm>
            <a:off x="7220078" y="10"/>
            <a:ext cx="4971922" cy="2285990"/>
          </a:xfrm>
          <a:custGeom>
            <a:avLst/>
            <a:gdLst/>
            <a:ahLst/>
            <a:cxnLst/>
            <a:rect l="l" t="t" r="r" b="b"/>
            <a:pathLst>
              <a:path w="4971922" h="2286000">
                <a:moveTo>
                  <a:pt x="0" y="0"/>
                </a:moveTo>
                <a:lnTo>
                  <a:pt x="1343538" y="0"/>
                </a:lnTo>
                <a:lnTo>
                  <a:pt x="1343538" y="1"/>
                </a:lnTo>
                <a:lnTo>
                  <a:pt x="4971922" y="1"/>
                </a:lnTo>
                <a:lnTo>
                  <a:pt x="4971922" y="2286000"/>
                </a:lnTo>
                <a:lnTo>
                  <a:pt x="232518" y="2286000"/>
                </a:lnTo>
                <a:lnTo>
                  <a:pt x="227089" y="2167128"/>
                </a:lnTo>
                <a:lnTo>
                  <a:pt x="218852" y="2014881"/>
                </a:lnTo>
                <a:lnTo>
                  <a:pt x="210952" y="1861947"/>
                </a:lnTo>
                <a:lnTo>
                  <a:pt x="200867" y="1709014"/>
                </a:lnTo>
                <a:lnTo>
                  <a:pt x="188764" y="1554023"/>
                </a:lnTo>
                <a:lnTo>
                  <a:pt x="176662" y="1401090"/>
                </a:lnTo>
                <a:lnTo>
                  <a:pt x="162710" y="1245413"/>
                </a:lnTo>
                <a:lnTo>
                  <a:pt x="147414" y="1089051"/>
                </a:lnTo>
                <a:lnTo>
                  <a:pt x="131278" y="934746"/>
                </a:lnTo>
                <a:lnTo>
                  <a:pt x="112452" y="778383"/>
                </a:lnTo>
                <a:lnTo>
                  <a:pt x="92281" y="622707"/>
                </a:lnTo>
                <a:lnTo>
                  <a:pt x="72278" y="466344"/>
                </a:lnTo>
                <a:lnTo>
                  <a:pt x="48914" y="310668"/>
                </a:lnTo>
                <a:lnTo>
                  <a:pt x="25045" y="155677"/>
                </a:lnTo>
                <a:close/>
              </a:path>
            </a:pathLst>
          </a:custGeom>
        </p:spPr>
      </p:pic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06819C32-26BA-AF18-7B2F-0FD382FD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Buscar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conhecimento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na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 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aréa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de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Gestão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de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Processos</a:t>
            </a:r>
            <a:endParaRPr lang="en-US" sz="2400">
              <a:latin typeface="Arial Nova Light"/>
            </a:endParaRPr>
          </a:p>
          <a:p>
            <a:pPr marL="0" indent="0">
              <a:buClr>
                <a:srgbClr val="8AD0D6"/>
              </a:buClr>
              <a:buNone/>
            </a:pPr>
            <a:endParaRPr lang="en-US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 err="1">
                <a:latin typeface="Arial Nova Light"/>
              </a:rPr>
              <a:t>Entender</a:t>
            </a:r>
            <a:r>
              <a:rPr lang="en-US" sz="2400">
                <a:latin typeface="Arial Nova Light"/>
              </a:rPr>
              <a:t> de </a:t>
            </a:r>
            <a:r>
              <a:rPr lang="en-US" sz="2400" err="1">
                <a:latin typeface="Arial Nova Light"/>
              </a:rPr>
              <a:t>Gestão</a:t>
            </a:r>
            <a:r>
              <a:rPr lang="en-US" sz="2400">
                <a:latin typeface="Arial Nova Light"/>
              </a:rPr>
              <a:t> de </a:t>
            </a:r>
            <a:r>
              <a:rPr lang="en-US" sz="2400" err="1">
                <a:latin typeface="Arial Nova Light"/>
              </a:rPr>
              <a:t>Processo</a:t>
            </a:r>
            <a:endParaRPr lang="en-US" sz="2400">
              <a:latin typeface="Arial Nova Light"/>
            </a:endParaRPr>
          </a:p>
          <a:p>
            <a:pPr marL="0" indent="0">
              <a:buClr>
                <a:srgbClr val="8AD0D6"/>
              </a:buClr>
              <a:buNone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Oportunidades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futuras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 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2AD8856-AC29-364D-7929-D9099432DA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515" r="-2" b="3554"/>
          <a:stretch>
            <a:fillRect/>
          </a:stretch>
        </p:blipFill>
        <p:spPr>
          <a:xfrm>
            <a:off x="7437114" y="2286000"/>
            <a:ext cx="4754886" cy="2286000"/>
          </a:xfrm>
          <a:custGeom>
            <a:avLst/>
            <a:gdLst/>
            <a:ahLst/>
            <a:cxnLst/>
            <a:rect l="l" t="t" r="r" b="b"/>
            <a:pathLst>
              <a:path w="4754886" h="2286000">
                <a:moveTo>
                  <a:pt x="15482" y="0"/>
                </a:moveTo>
                <a:lnTo>
                  <a:pt x="4754886" y="0"/>
                </a:lnTo>
                <a:lnTo>
                  <a:pt x="4754886" y="2286000"/>
                </a:lnTo>
                <a:lnTo>
                  <a:pt x="0" y="2286000"/>
                </a:lnTo>
                <a:lnTo>
                  <a:pt x="8036" y="2135352"/>
                </a:lnTo>
                <a:lnTo>
                  <a:pt x="12742" y="2007793"/>
                </a:lnTo>
                <a:lnTo>
                  <a:pt x="17953" y="1877492"/>
                </a:lnTo>
                <a:lnTo>
                  <a:pt x="22827" y="1745133"/>
                </a:lnTo>
                <a:lnTo>
                  <a:pt x="26021" y="1612087"/>
                </a:lnTo>
                <a:lnTo>
                  <a:pt x="28879" y="1476299"/>
                </a:lnTo>
                <a:lnTo>
                  <a:pt x="31904" y="1339139"/>
                </a:lnTo>
                <a:lnTo>
                  <a:pt x="33921" y="1199236"/>
                </a:lnTo>
                <a:lnTo>
                  <a:pt x="33921" y="1057961"/>
                </a:lnTo>
                <a:lnTo>
                  <a:pt x="34930" y="915315"/>
                </a:lnTo>
                <a:lnTo>
                  <a:pt x="33921" y="771297"/>
                </a:lnTo>
                <a:lnTo>
                  <a:pt x="31904" y="625221"/>
                </a:lnTo>
                <a:lnTo>
                  <a:pt x="30055" y="479146"/>
                </a:lnTo>
                <a:lnTo>
                  <a:pt x="26021" y="331013"/>
                </a:lnTo>
                <a:lnTo>
                  <a:pt x="21819" y="181509"/>
                </a:lnTo>
                <a:lnTo>
                  <a:pt x="16944" y="32004"/>
                </a:lnTo>
                <a:close/>
              </a:path>
            </a:pathLst>
          </a:custGeom>
        </p:spPr>
      </p:pic>
      <p:pic>
        <p:nvPicPr>
          <p:cNvPr id="4" name="Espaço Reservado para Conteúdo 3" descr="Gestão de Processos Produtivos: Sua Empresa Realiza? - Marcus Marques">
            <a:extLst>
              <a:ext uri="{FF2B5EF4-FFF2-40B4-BE49-F238E27FC236}">
                <a16:creationId xmlns:a16="http://schemas.microsoft.com/office/drawing/2014/main" id="{AA231B0A-47F3-7047-C2FC-EF5D5B01F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7" r="-4" b="-3"/>
          <a:stretch>
            <a:fillRect/>
          </a:stretch>
        </p:blipFill>
        <p:spPr>
          <a:xfrm>
            <a:off x="7218902" y="4572000"/>
            <a:ext cx="4973099" cy="2286000"/>
          </a:xfrm>
          <a:custGeom>
            <a:avLst/>
            <a:gdLst/>
            <a:ahLst/>
            <a:cxnLst/>
            <a:rect l="l" t="t" r="r" b="b"/>
            <a:pathLst>
              <a:path w="4973099" h="2286000">
                <a:moveTo>
                  <a:pt x="218212" y="0"/>
                </a:moveTo>
                <a:lnTo>
                  <a:pt x="4973099" y="0"/>
                </a:lnTo>
                <a:lnTo>
                  <a:pt x="4973099" y="2286000"/>
                </a:lnTo>
                <a:lnTo>
                  <a:pt x="897889" y="2286000"/>
                </a:lnTo>
                <a:lnTo>
                  <a:pt x="0" y="2286000"/>
                </a:lnTo>
                <a:lnTo>
                  <a:pt x="5883" y="2245538"/>
                </a:lnTo>
                <a:lnTo>
                  <a:pt x="23197" y="2126894"/>
                </a:lnTo>
                <a:lnTo>
                  <a:pt x="35299" y="2040483"/>
                </a:lnTo>
                <a:lnTo>
                  <a:pt x="48074" y="1937613"/>
                </a:lnTo>
                <a:lnTo>
                  <a:pt x="63370" y="1815541"/>
                </a:lnTo>
                <a:lnTo>
                  <a:pt x="79507" y="1680438"/>
                </a:lnTo>
                <a:lnTo>
                  <a:pt x="96484" y="1528191"/>
                </a:lnTo>
                <a:lnTo>
                  <a:pt x="114469" y="1362227"/>
                </a:lnTo>
                <a:lnTo>
                  <a:pt x="132455" y="1181862"/>
                </a:lnTo>
                <a:lnTo>
                  <a:pt x="150776" y="989838"/>
                </a:lnTo>
                <a:lnTo>
                  <a:pt x="167753" y="782726"/>
                </a:lnTo>
                <a:lnTo>
                  <a:pt x="184058" y="566013"/>
                </a:lnTo>
                <a:lnTo>
                  <a:pt x="198850" y="336956"/>
                </a:lnTo>
                <a:lnTo>
                  <a:pt x="212969" y="982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7996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49D7A2-301F-221D-6F25-2371E7A6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 sz="4400">
                <a:solidFill>
                  <a:schemeClr val="tx1"/>
                </a:solidFill>
                <a:latin typeface="Arial Nova Light"/>
              </a:rPr>
              <a:t>Hobby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3EE2B2-A3FD-5413-D980-25DA91286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930524"/>
            <a:ext cx="6188189" cy="378541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Porque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começou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  <a:latin typeface="Arial Nova Light"/>
              </a:rPr>
              <a:t>Faz a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quanto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tempo?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  <a:latin typeface="Arial Nova Light"/>
              </a:rPr>
              <a:t>O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que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te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motiva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a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treinar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MAK – Makoto Aikido Kyokai: JIU JITSU TRADICIONAL (柔術): As Raízes da Arte  Suave">
            <a:extLst>
              <a:ext uri="{FF2B5EF4-FFF2-40B4-BE49-F238E27FC236}">
                <a16:creationId xmlns:a16="http://schemas.microsoft.com/office/drawing/2014/main" id="{B4B8D2A8-BC64-7F85-06DB-2DF1F19A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2" r="2483"/>
          <a:stretch>
            <a:fillRect/>
          </a:stretch>
        </p:blipFill>
        <p:spPr>
          <a:xfrm>
            <a:off x="8133415" y="1"/>
            <a:ext cx="4676181" cy="6858068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56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1660EC-7D30-8124-73E1-6205E995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EBEBEB"/>
                </a:solidFill>
              </a:rPr>
              <a:t>Música</a:t>
            </a:r>
          </a:p>
        </p:txBody>
      </p:sp>
      <p:sp>
        <p:nvSpPr>
          <p:cNvPr id="36" name="Content Placeholder 8">
            <a:extLst>
              <a:ext uri="{FF2B5EF4-FFF2-40B4-BE49-F238E27FC236}">
                <a16:creationId xmlns:a16="http://schemas.microsoft.com/office/drawing/2014/main" id="{FA3881E5-4CDF-28FB-A4B2-DCC75B372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113156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Pagode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:</a:t>
            </a: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  <a:latin typeface="Arial Nova Light"/>
              </a:rPr>
              <a:t>Porque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é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seu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preferido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  <a:latin typeface="Arial Nova Light"/>
              </a:rPr>
              <a:t>Qual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lugar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gosta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de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frequentar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para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escutar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 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este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2400" err="1">
                <a:solidFill>
                  <a:srgbClr val="FFFFFF"/>
                </a:solidFill>
                <a:latin typeface="Arial Nova Light"/>
              </a:rPr>
              <a:t>gênero</a:t>
            </a:r>
            <a:r>
              <a:rPr lang="en-US" sz="2400">
                <a:solidFill>
                  <a:srgbClr val="FFFFFF"/>
                </a:solidFill>
                <a:latin typeface="Arial Nova Light"/>
              </a:rPr>
              <a:t>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  <a:latin typeface="Arial Nova Light"/>
            </a:endParaRPr>
          </a:p>
        </p:txBody>
      </p:sp>
      <p:sp>
        <p:nvSpPr>
          <p:cNvPr id="43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luizfelipeart que riqueza de arte! 🤌🏾❤️ #samba #pagode #brasil #viral  #feed">
            <a:extLst>
              <a:ext uri="{FF2B5EF4-FFF2-40B4-BE49-F238E27FC236}">
                <a16:creationId xmlns:a16="http://schemas.microsoft.com/office/drawing/2014/main" id="{27A87A2A-C516-65AF-C27F-C697FA9FC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26" r="926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30492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535A1D-7AD8-8F3F-1390-54F2BA63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EBEBEB"/>
                </a:solidFill>
              </a:rPr>
              <a:t>O que vim buscar na Fatec?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042EA-97CD-FB5B-4E15-21D39E2CE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400" err="1">
                <a:solidFill>
                  <a:srgbClr val="FFFFFF"/>
                </a:solidFill>
              </a:rPr>
              <a:t>Porque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err="1">
                <a:solidFill>
                  <a:srgbClr val="FFFFFF"/>
                </a:solidFill>
              </a:rPr>
              <a:t>ingressou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err="1">
                <a:solidFill>
                  <a:srgbClr val="FFFFFF"/>
                </a:solidFill>
              </a:rPr>
              <a:t>na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err="1">
                <a:solidFill>
                  <a:srgbClr val="FFFFFF"/>
                </a:solidFill>
              </a:rPr>
              <a:t>Fatec</a:t>
            </a:r>
            <a:r>
              <a:rPr lang="en-US" sz="2400">
                <a:solidFill>
                  <a:srgbClr val="FFFFFF"/>
                </a:solidFill>
              </a:rPr>
              <a:t>?</a:t>
            </a:r>
            <a:endParaRPr lang="pt-BR" sz="2400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</a:rPr>
              <a:t>Quais </a:t>
            </a:r>
            <a:r>
              <a:rPr lang="en-US" sz="2400" err="1">
                <a:solidFill>
                  <a:srgbClr val="FFFFFF"/>
                </a:solidFill>
              </a:rPr>
              <a:t>os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err="1">
                <a:solidFill>
                  <a:srgbClr val="FFFFFF"/>
                </a:solidFill>
              </a:rPr>
              <a:t>possíveis</a:t>
            </a:r>
            <a:r>
              <a:rPr lang="en-US" sz="2400">
                <a:solidFill>
                  <a:srgbClr val="FFFFFF"/>
                </a:solidFill>
              </a:rPr>
              <a:t> </a:t>
            </a:r>
            <a:r>
              <a:rPr lang="en-US" sz="2400" err="1">
                <a:solidFill>
                  <a:srgbClr val="FFFFFF"/>
                </a:solidFill>
              </a:rPr>
              <a:t>obstaculos</a:t>
            </a:r>
            <a:r>
              <a:rPr lang="en-US" sz="2400">
                <a:solidFill>
                  <a:srgbClr val="FFFFFF"/>
                </a:solidFill>
              </a:rPr>
              <a:t> </a:t>
            </a:r>
            <a:r>
              <a:rPr lang="en-US" sz="2400" err="1">
                <a:solidFill>
                  <a:srgbClr val="FFFFFF"/>
                </a:solidFill>
              </a:rPr>
              <a:t>na</a:t>
            </a:r>
            <a:r>
              <a:rPr lang="en-US" sz="2400">
                <a:solidFill>
                  <a:srgbClr val="FFFFFF"/>
                </a:solidFill>
              </a:rPr>
              <a:t> jornada?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en-US" sz="240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400">
                <a:solidFill>
                  <a:srgbClr val="FFFFFF"/>
                </a:solidFill>
              </a:rPr>
              <a:t>O </a:t>
            </a:r>
            <a:r>
              <a:rPr lang="en-US" sz="2400" err="1">
                <a:solidFill>
                  <a:srgbClr val="FFFFFF"/>
                </a:solidFill>
              </a:rPr>
              <a:t>que</a:t>
            </a:r>
            <a:r>
              <a:rPr lang="en-US" sz="2400">
                <a:solidFill>
                  <a:srgbClr val="FFFFFF"/>
                </a:solidFill>
              </a:rPr>
              <a:t> </a:t>
            </a:r>
            <a:r>
              <a:rPr lang="en-US" sz="2400" err="1">
                <a:solidFill>
                  <a:srgbClr val="FFFFFF"/>
                </a:solidFill>
              </a:rPr>
              <a:t>espero</a:t>
            </a:r>
            <a:r>
              <a:rPr lang="en-US" sz="240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 descr="30 lugares incríveis pelo mundo que você precisa visitar antes de morrer -  Segredos do Mundo">
            <a:extLst>
              <a:ext uri="{FF2B5EF4-FFF2-40B4-BE49-F238E27FC236}">
                <a16:creationId xmlns:a16="http://schemas.microsoft.com/office/drawing/2014/main" id="{6E61629A-4135-5991-A475-9CD14A45F1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9" r="45338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3803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C87273-D01D-14E9-DFC5-D4235F59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pt-BR" sz="4400">
                <a:solidFill>
                  <a:schemeClr val="accent3">
                    <a:lumMod val="76000"/>
                  </a:schemeClr>
                </a:solidFill>
                <a:latin typeface="Arial Nova Light"/>
              </a:rPr>
              <a:t>Hobby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AEE23D-C0D2-7A1B-B178-E0F4B9CA9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969635"/>
            <a:ext cx="6188189" cy="378541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charset="2"/>
              <a:buChar char="•"/>
            </a:pPr>
            <a:r>
              <a:rPr lang="pt-BR" sz="2400">
                <a:solidFill>
                  <a:srgbClr val="FFFFFF"/>
                </a:solidFill>
                <a:latin typeface="Arial Nova Light"/>
              </a:rPr>
              <a:t> Tempo que pratico o esporte</a:t>
            </a:r>
            <a:endParaRPr lang="pt-BR" sz="2400">
              <a:latin typeface="Arial Nova Light"/>
            </a:endParaRPr>
          </a:p>
          <a:p>
            <a:pPr marL="0" indent="0">
              <a:buClr>
                <a:srgbClr val="8AD0D6"/>
              </a:buClr>
              <a:buNone/>
            </a:pP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pt-BR" sz="2400">
                <a:latin typeface="Arial Nova Light"/>
              </a:rPr>
              <a:t> Participação de campeonatos</a:t>
            </a:r>
          </a:p>
          <a:p>
            <a:pPr marL="0" indent="0">
              <a:buClr>
                <a:srgbClr val="8AD0D6"/>
              </a:buClr>
              <a:buNone/>
            </a:pPr>
            <a:endParaRPr lang="pt-BR" sz="24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pt-BR" sz="2400">
                <a:latin typeface="Arial Nova Light"/>
              </a:rPr>
              <a:t>Onde eu pratiquei esse esporte pela primeira vez</a:t>
            </a:r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pt-BR" sz="2400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pt-BR"/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29.800+ Ping Pong fotos de stock, imagens e fotos royalty-free - iStock">
            <a:extLst>
              <a:ext uri="{FF2B5EF4-FFF2-40B4-BE49-F238E27FC236}">
                <a16:creationId xmlns:a16="http://schemas.microsoft.com/office/drawing/2014/main" id="{194D8972-7565-1FD1-38C6-B37F712A76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39" r="11152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32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5353D-A2E6-A3FA-0AD4-4BB8E354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9601"/>
            <a:ext cx="6246093" cy="16759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Música:</a:t>
            </a:r>
          </a:p>
        </p:txBody>
      </p:sp>
      <p:pic>
        <p:nvPicPr>
          <p:cNvPr id="4" name="Espaço Reservado para Conteúdo 3" descr="Melhores festas e festivais de música eletrônica no Brasil em 2026">
            <a:extLst>
              <a:ext uri="{FF2B5EF4-FFF2-40B4-BE49-F238E27FC236}">
                <a16:creationId xmlns:a16="http://schemas.microsoft.com/office/drawing/2014/main" id="{30C10988-DD6E-9DB7-A5B1-1CFF8D333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10" r="-4" b="17559"/>
          <a:stretch>
            <a:fillRect/>
          </a:stretch>
        </p:blipFill>
        <p:spPr>
          <a:xfrm>
            <a:off x="7554138" y="609137"/>
            <a:ext cx="3990161" cy="27662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78D66203-18BB-40A2-B632-9356FE169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0" name="Content Placeholder 89">
            <a:extLst>
              <a:ext uri="{FF2B5EF4-FFF2-40B4-BE49-F238E27FC236}">
                <a16:creationId xmlns:a16="http://schemas.microsoft.com/office/drawing/2014/main" id="{B4FC802F-9418-B0EF-8DE9-A5AA52B55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75" y="1987127"/>
            <a:ext cx="6253484" cy="376385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charset="2"/>
              <a:buChar char="•"/>
            </a:pPr>
            <a:r>
              <a:rPr lang="en-US" sz="2800">
                <a:latin typeface="Arial Nova Light"/>
              </a:rPr>
              <a:t>Eletronica</a:t>
            </a:r>
            <a:endParaRPr lang="pt-BR"/>
          </a:p>
          <a:p>
            <a:pPr marL="0" indent="0">
              <a:buClr>
                <a:srgbClr val="8AD0D6"/>
              </a:buClr>
              <a:buNone/>
            </a:pPr>
            <a:endParaRPr lang="en-US" sz="2800">
              <a:latin typeface="Arial Nova Light"/>
            </a:endParaRPr>
          </a:p>
          <a:p>
            <a:pPr>
              <a:buClr>
                <a:srgbClr val="8AD0D6"/>
              </a:buClr>
              <a:buFont typeface="Arial" charset="2"/>
              <a:buChar char="•"/>
            </a:pPr>
            <a:r>
              <a:rPr lang="en-US" sz="2800" err="1">
                <a:latin typeface="Arial Nova Light"/>
              </a:rPr>
              <a:t>Pagode</a:t>
            </a:r>
            <a:endParaRPr lang="en-US" sz="2800">
              <a:latin typeface="Arial Nova Light"/>
            </a:endParaRPr>
          </a:p>
        </p:txBody>
      </p:sp>
      <p:pic>
        <p:nvPicPr>
          <p:cNvPr id="5" name="Espaço Reservado para Conteúdo 4" descr="Pagode Futebol &amp; Batucada (@pagodefutebolebatucada.ufpe) • Facebook">
            <a:extLst>
              <a:ext uri="{FF2B5EF4-FFF2-40B4-BE49-F238E27FC236}">
                <a16:creationId xmlns:a16="http://schemas.microsoft.com/office/drawing/2014/main" id="{30C994C8-F56E-E2C4-729A-555CD21A2A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04" r="-4" b="6863"/>
          <a:stretch>
            <a:fillRect/>
          </a:stretch>
        </p:blipFill>
        <p:spPr>
          <a:xfrm>
            <a:off x="7554138" y="3482108"/>
            <a:ext cx="3990161" cy="27662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904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F66071-37DF-61E2-CE5C-F8A279CB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1000"/>
              </a:spcBef>
            </a:pPr>
            <a:r>
              <a:rPr lang="pt-BR" sz="3900"/>
              <a:t>O que vim buscar na Fatec?</a:t>
            </a:r>
          </a:p>
          <a:p>
            <a:endParaRPr lang="pt-BR" sz="3900"/>
          </a:p>
        </p:txBody>
      </p:sp>
      <p:sp>
        <p:nvSpPr>
          <p:cNvPr id="55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O Processo Produtivo: Tipos, Métricas e Eficiência">
            <a:extLst>
              <a:ext uri="{FF2B5EF4-FFF2-40B4-BE49-F238E27FC236}">
                <a16:creationId xmlns:a16="http://schemas.microsoft.com/office/drawing/2014/main" id="{C9006081-063B-2339-FC99-814C8485BB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49" r="40492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42A25-907E-8AAD-EE6B-8F19A015E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2052918"/>
            <a:ext cx="4638903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charset="2"/>
              <a:buChar char="•"/>
            </a:pPr>
            <a:r>
              <a:rPr lang="pt-BR"/>
              <a:t>Aprimorar Técnicas na área da produção</a:t>
            </a:r>
          </a:p>
          <a:p>
            <a:pPr>
              <a:buClr>
                <a:srgbClr val="F7F7F7"/>
              </a:buClr>
              <a:buFont typeface="Arial" charset="2"/>
              <a:buChar char="•"/>
            </a:pPr>
            <a:endParaRPr lang="pt-BR"/>
          </a:p>
          <a:p>
            <a:pPr>
              <a:buClr>
                <a:srgbClr val="F7F7F7"/>
              </a:buClr>
              <a:buFont typeface="Arial" charset="2"/>
              <a:buChar char="•"/>
            </a:pPr>
            <a:r>
              <a:rPr lang="pt-BR"/>
              <a:t>Conseguir mais oportunidades no mercado de trabalho</a:t>
            </a:r>
          </a:p>
          <a:p>
            <a:pPr>
              <a:buClr>
                <a:srgbClr val="F7F7F7"/>
              </a:buClr>
              <a:buFont typeface="Arial" charset="2"/>
              <a:buChar char="•"/>
            </a:pPr>
            <a:endParaRPr lang="pt-BR"/>
          </a:p>
          <a:p>
            <a:pPr>
              <a:buClr>
                <a:srgbClr val="F7F7F7"/>
              </a:buClr>
              <a:buFont typeface="Arial" charset="2"/>
              <a:buChar char="•"/>
            </a:pPr>
            <a:r>
              <a:rPr lang="pt-BR"/>
              <a:t>Adquirir mais responsabilidades e técnicas como um líder </a:t>
            </a:r>
          </a:p>
          <a:p>
            <a:pPr>
              <a:buClr>
                <a:srgbClr val="F7F7F7"/>
              </a:buClr>
              <a:buFont typeface="Arial" charset="2"/>
              <a:buChar char="•"/>
            </a:pPr>
            <a:endParaRPr lang="pt-BR"/>
          </a:p>
          <a:p>
            <a:pPr>
              <a:buClr>
                <a:srgbClr val="8AD0D6"/>
              </a:buClr>
              <a:buFont typeface="Arial" charset="2"/>
              <a:buChar char="•"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506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34F37-56BA-2A3F-D940-99B8889D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672" y="480596"/>
            <a:ext cx="9404723" cy="1400530"/>
          </a:xfrm>
        </p:spPr>
        <p:txBody>
          <a:bodyPr/>
          <a:lstStyle/>
          <a:p>
            <a:pPr algn="ctr"/>
            <a:r>
              <a:rPr lang="pt-BR"/>
              <a:t>AGRADEÇO!</a:t>
            </a:r>
            <a:br>
              <a:rPr lang="pt-BR"/>
            </a:b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5D793A-CDC1-D016-0256-00AA213B4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166" y="2666235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t-BR" sz="3200">
                <a:latin typeface="Arial Nova Light"/>
              </a:rPr>
              <a:t>O que você tem hoje pode te levar até seus objetivos?</a:t>
            </a:r>
          </a:p>
        </p:txBody>
      </p:sp>
    </p:spTree>
    <p:extLst>
      <p:ext uri="{BB962C8B-B14F-4D97-AF65-F5344CB8AC3E}">
        <p14:creationId xmlns:p14="http://schemas.microsoft.com/office/powerpoint/2010/main" val="35670484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Ion</vt:lpstr>
      <vt:lpstr>ESSE É O CAMINHO</vt:lpstr>
      <vt:lpstr>ASSUNTOS:</vt:lpstr>
      <vt:lpstr>Hobby </vt:lpstr>
      <vt:lpstr>Música</vt:lpstr>
      <vt:lpstr>O que vim buscar na Fatec</vt:lpstr>
      <vt:lpstr>Hobby</vt:lpstr>
      <vt:lpstr>Música</vt:lpstr>
      <vt:lpstr>Oque vim buscar na Fatec</vt:lpstr>
      <vt:lpstr>Hobby</vt:lpstr>
      <vt:lpstr>Música</vt:lpstr>
      <vt:lpstr>O que vim buscar na Fatec?</vt:lpstr>
      <vt:lpstr>Hobby </vt:lpstr>
      <vt:lpstr>Música:</vt:lpstr>
      <vt:lpstr>O que vim buscar na Fatec? </vt:lpstr>
      <vt:lpstr>AGRADEÇO!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2026-08-08T00:17:10Z</dcterms:created>
  <dcterms:modified xsi:type="dcterms:W3CDTF">2026-10-02T21:39:38Z</dcterms:modified>
</cp:coreProperties>
</file>